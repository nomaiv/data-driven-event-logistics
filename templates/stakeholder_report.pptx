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90"/>
  </p:normalViewPr>
  <p:slideViewPr>
    <p:cSldViewPr snapToGrid="0">
      <p:cViewPr varScale="1">
        <p:scale>
          <a:sx n="111" d="100"/>
          <a:sy n="111" d="100"/>
        </p:scale>
        <p:origin x="5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21AAF1-A3E7-934B-B756-0E9FF51F9FFF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0DAE6-CB7C-FD44-A66B-449A1CCAF9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152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0DAE6-CB7C-FD44-A66B-449A1CCAF9F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868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B143-7E66-0D49-AD21-A8F19C595206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014F-B640-5F4E-8A1F-CEE2E58F50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638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B143-7E66-0D49-AD21-A8F19C595206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014F-B640-5F4E-8A1F-CEE2E58F50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658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B143-7E66-0D49-AD21-A8F19C595206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014F-B640-5F4E-8A1F-CEE2E58F50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0556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B143-7E66-0D49-AD21-A8F19C595206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014F-B640-5F4E-8A1F-CEE2E58F50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5893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B143-7E66-0D49-AD21-A8F19C595206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014F-B640-5F4E-8A1F-CEE2E58F50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985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B143-7E66-0D49-AD21-A8F19C595206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014F-B640-5F4E-8A1F-CEE2E58F50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09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B143-7E66-0D49-AD21-A8F19C595206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014F-B640-5F4E-8A1F-CEE2E58F50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502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B143-7E66-0D49-AD21-A8F19C595206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014F-B640-5F4E-8A1F-CEE2E58F50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332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B143-7E66-0D49-AD21-A8F19C595206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014F-B640-5F4E-8A1F-CEE2E58F50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5694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B143-7E66-0D49-AD21-A8F19C595206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014F-B640-5F4E-8A1F-CEE2E58F50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878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4B143-7E66-0D49-AD21-A8F19C595206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0014F-B640-5F4E-8A1F-CEE2E58F50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6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4B143-7E66-0D49-AD21-A8F19C595206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0014F-B640-5F4E-8A1F-CEE2E58F50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8623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5C50-6A59-FC02-A6BF-C140541DF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502934"/>
          </a:xfrm>
        </p:spPr>
        <p:txBody>
          <a:bodyPr>
            <a:normAutofit fontScale="90000"/>
          </a:bodyPr>
          <a:lstStyle/>
          <a:p>
            <a:r>
              <a:rPr lang="en-ZA" b="1" dirty="0"/>
              <a:t>DATA-DRIVEN SPORTS DAY PLANNING 2024 Unilever Manufacturing Site Sports Day</a:t>
            </a:r>
            <a:br>
              <a:rPr lang="en-ZA" dirty="0"/>
            </a:br>
            <a:r>
              <a:rPr lang="en-ZA" dirty="0"/>
              <a:t> </a:t>
            </a:r>
            <a:r>
              <a:rPr lang="en-ZA" sz="4400" dirty="0"/>
              <a:t>Prepared by: Noma Ngwane</a:t>
            </a:r>
            <a:br>
              <a:rPr lang="en-ZA" dirty="0"/>
            </a:br>
            <a:r>
              <a:rPr lang="en-ZA" dirty="0"/>
              <a:t> </a:t>
            </a:r>
            <a:r>
              <a:rPr lang="en-ZA" sz="3600" dirty="0"/>
              <a:t>Date: August 2024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117416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3A362-1FF5-6274-89D7-99805D48E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KEY FINDINGS &amp; RECOMMENDATIONS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3B15A-9FCF-480C-5641-E16C0E0C8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ZA" sz="1600" dirty="0"/>
              <a:t>✅ Participation Rate: 88% of workforce engaged</a:t>
            </a:r>
          </a:p>
          <a:p>
            <a:pPr marL="0" indent="0">
              <a:buNone/>
            </a:pPr>
            <a:r>
              <a:rPr lang="en-ZA" sz="1600" dirty="0"/>
              <a:t> ✅ Viable Sports: 5 out of 7 proposed </a:t>
            </a:r>
          </a:p>
          <a:p>
            <a:pPr marL="0" indent="0">
              <a:buNone/>
            </a:pPr>
            <a:r>
              <a:rPr lang="en-ZA" sz="1600" dirty="0"/>
              <a:t>❌ Removed: Basketball &amp; Cricket (insufficient sign-ups) </a:t>
            </a:r>
          </a:p>
          <a:p>
            <a:pPr marL="0" indent="0">
              <a:buNone/>
            </a:pPr>
            <a:endParaRPr lang="en-ZA" sz="1600" dirty="0"/>
          </a:p>
          <a:p>
            <a:pPr marL="0" indent="0">
              <a:buNone/>
            </a:pPr>
            <a:r>
              <a:rPr lang="en-ZA" sz="1600" b="1" dirty="0"/>
              <a:t>RECOMMENDED SCHEDULE:</a:t>
            </a:r>
          </a:p>
          <a:p>
            <a:pPr marL="0" indent="0">
              <a:buNone/>
            </a:pPr>
            <a:r>
              <a:rPr lang="en-ZA" sz="1600" dirty="0"/>
              <a:t>• Football: 14 teams possible </a:t>
            </a:r>
          </a:p>
          <a:p>
            <a:pPr marL="0" indent="0">
              <a:buNone/>
            </a:pPr>
            <a:r>
              <a:rPr lang="en-ZA" sz="1600" dirty="0"/>
              <a:t>• Netball: 20 teams possible </a:t>
            </a:r>
          </a:p>
          <a:p>
            <a:pPr marL="0" indent="0">
              <a:buNone/>
            </a:pPr>
            <a:r>
              <a:rPr lang="en-ZA" sz="1600" dirty="0"/>
              <a:t>• Tug of War: 12 teams </a:t>
            </a:r>
          </a:p>
          <a:p>
            <a:pPr marL="0" indent="0">
              <a:buNone/>
            </a:pPr>
            <a:r>
              <a:rPr lang="en-ZA" sz="1600" dirty="0"/>
              <a:t>• Relay: 22 teams </a:t>
            </a:r>
          </a:p>
          <a:p>
            <a:pPr marL="0" indent="0">
              <a:buNone/>
            </a:pPr>
            <a:r>
              <a:rPr lang="en-ZA" sz="1600" dirty="0"/>
              <a:t>• Darts: Individual tournament </a:t>
            </a:r>
          </a:p>
          <a:p>
            <a:pPr marL="0" indent="0">
              <a:buNone/>
            </a:pPr>
            <a:endParaRPr lang="en-ZA" sz="1600" dirty="0"/>
          </a:p>
          <a:p>
            <a:pPr marL="0" indent="0">
              <a:buNone/>
            </a:pPr>
            <a:r>
              <a:rPr lang="en-ZA" sz="1600" b="1" dirty="0"/>
              <a:t>IMPACT: </a:t>
            </a:r>
            <a:r>
              <a:rPr lang="en-ZA" sz="1600" dirty="0"/>
              <a:t>Optimised resource allocation &amp; prevented failed activities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901341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87AB5-B139-E69E-4A0A-74BEA075F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SURVEY ANALYSIS: PARTICIPATION BREAKDOWN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F9DFB-509B-ACFD-1A2B-1C8628BF9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ZA" sz="1800" dirty="0"/>
          </a:p>
          <a:p>
            <a:pPr marL="0" indent="0">
              <a:buNone/>
            </a:pPr>
            <a:endParaRPr lang="en-ZA" sz="1800" dirty="0"/>
          </a:p>
          <a:p>
            <a:pPr marL="0" indent="0">
              <a:buNone/>
            </a:pPr>
            <a:endParaRPr lang="en-ZA" sz="1800" dirty="0"/>
          </a:p>
          <a:p>
            <a:pPr marL="0" indent="0">
              <a:buNone/>
            </a:pPr>
            <a:endParaRPr lang="en-ZA" sz="1800" dirty="0"/>
          </a:p>
          <a:p>
            <a:pPr marL="0" indent="0">
              <a:buNone/>
            </a:pPr>
            <a:endParaRPr lang="en-ZA" sz="1800" dirty="0"/>
          </a:p>
          <a:p>
            <a:pPr marL="0" indent="0">
              <a:buNone/>
            </a:pPr>
            <a:endParaRPr lang="en-ZA" sz="1800" dirty="0"/>
          </a:p>
          <a:p>
            <a:pPr marL="0" indent="0">
              <a:buNone/>
            </a:pPr>
            <a:endParaRPr lang="en-ZA" sz="1800" dirty="0"/>
          </a:p>
          <a:p>
            <a:pPr marL="0" indent="0">
              <a:buNone/>
            </a:pPr>
            <a:endParaRPr lang="en-ZA" sz="1800" dirty="0"/>
          </a:p>
          <a:p>
            <a:pPr marL="0" indent="0">
              <a:buNone/>
            </a:pPr>
            <a:r>
              <a:rPr lang="en-ZA" sz="1700" dirty="0"/>
              <a:t>KEY INSIGHTS:</a:t>
            </a:r>
          </a:p>
          <a:p>
            <a:pPr marL="0" indent="0">
              <a:buNone/>
            </a:pPr>
            <a:r>
              <a:rPr lang="en-ZA" sz="1700" dirty="0"/>
              <a:t>• Total interest entries: 1,165 </a:t>
            </a:r>
          </a:p>
          <a:p>
            <a:pPr marL="0" indent="0">
              <a:buNone/>
            </a:pPr>
            <a:r>
              <a:rPr lang="en-ZA" sz="1700" dirty="0"/>
              <a:t>• Estimated participants: ~880 employees </a:t>
            </a:r>
          </a:p>
          <a:p>
            <a:pPr marL="0" indent="0">
              <a:buNone/>
            </a:pPr>
            <a:r>
              <a:rPr lang="en-ZA" sz="1700" dirty="0"/>
              <a:t>• Top 3 sports: Football, Netball, Tug of War </a:t>
            </a:r>
          </a:p>
          <a:p>
            <a:pPr marL="0" indent="0">
              <a:buNone/>
            </a:pPr>
            <a:r>
              <a:rPr lang="en-ZA" sz="1700" dirty="0"/>
              <a:t>• 2 sports removed due to minimum team requirements</a:t>
            </a:r>
            <a:endParaRPr lang="en-GB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BF3E7B-53E8-4F42-7144-48895BCC0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23" y="1863243"/>
            <a:ext cx="10116272" cy="254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926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8F05E-96FC-4EBC-F78F-8D8DED1D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DECISION MODEL: SPORT VIABILITY CHECK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E79CAA-7216-01C6-3839-2CA170F468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630" y="1690688"/>
            <a:ext cx="10636170" cy="27771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0E3C9E-1CFB-7623-5B1C-FE94CE2AD8AF}"/>
              </a:ext>
            </a:extLst>
          </p:cNvPr>
          <p:cNvSpPr txBox="1"/>
          <p:nvPr/>
        </p:nvSpPr>
        <p:spPr>
          <a:xfrm>
            <a:off x="838200" y="4598845"/>
            <a:ext cx="62966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600" dirty="0"/>
              <a:t>DECISION CRITERIA:</a:t>
            </a:r>
          </a:p>
          <a:p>
            <a:r>
              <a:rPr lang="en-ZA" sz="1600" dirty="0"/>
              <a:t>• Teams Possible = FLOOR(Interest / Min. Players) </a:t>
            </a:r>
          </a:p>
          <a:p>
            <a:r>
              <a:rPr lang="en-ZA" sz="1600" dirty="0"/>
              <a:t>• Viable if: Teams Possible ≥ 1 </a:t>
            </a:r>
          </a:p>
          <a:p>
            <a:r>
              <a:rPr lang="en-ZA" sz="1600" dirty="0"/>
              <a:t>• Automated flagging via conditional formatting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20994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98FDC-ED77-CE04-EB59-E6F716C29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RECOMMENDED EVENT TIMELINE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5A8680A-43DB-8F22-558C-5ABA3D45CA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615786"/>
              </p:ext>
            </p:extLst>
          </p:nvPr>
        </p:nvGraphicFramePr>
        <p:xfrm>
          <a:off x="838200" y="1451686"/>
          <a:ext cx="10515600" cy="395462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4248591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364215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367848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68559815"/>
                    </a:ext>
                  </a:extLst>
                </a:gridCol>
              </a:tblGrid>
              <a:tr h="326484">
                <a:tc>
                  <a:txBody>
                    <a:bodyPr/>
                    <a:lstStyle/>
                    <a:p>
                      <a:r>
                        <a:rPr lang="en-GB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970451"/>
                  </a:ext>
                </a:extLst>
              </a:tr>
              <a:tr h="326484">
                <a:tc>
                  <a:txBody>
                    <a:bodyPr/>
                    <a:lstStyle/>
                    <a:p>
                      <a:r>
                        <a:rPr lang="en-ZA" dirty="0"/>
                        <a:t>09:00-10:30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Football (Round 1)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Main Field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7 matches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655901"/>
                  </a:ext>
                </a:extLst>
              </a:tr>
              <a:tr h="571347">
                <a:tc>
                  <a:txBody>
                    <a:bodyPr/>
                    <a:lstStyle/>
                    <a:p>
                      <a:r>
                        <a:rPr lang="en-GB" sz="1800" dirty="0"/>
                        <a:t>10:30-11:30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Netball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Court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10 matches</a:t>
                      </a:r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79473"/>
                  </a:ext>
                </a:extLst>
              </a:tr>
              <a:tr h="571347">
                <a:tc>
                  <a:txBody>
                    <a:bodyPr/>
                    <a:lstStyle/>
                    <a:p>
                      <a:r>
                        <a:rPr lang="en-GB" sz="1800" dirty="0"/>
                        <a:t>11:30-12:30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Tug of war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Field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6 matches</a:t>
                      </a:r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366960"/>
                  </a:ext>
                </a:extLst>
              </a:tr>
              <a:tr h="326484">
                <a:tc>
                  <a:txBody>
                    <a:bodyPr/>
                    <a:lstStyle/>
                    <a:p>
                      <a:r>
                        <a:rPr lang="en-GB" sz="1800" dirty="0"/>
                        <a:t>12:30-13:30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LUNCH 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82483"/>
                  </a:ext>
                </a:extLst>
              </a:tr>
              <a:tr h="571347">
                <a:tc>
                  <a:txBody>
                    <a:bodyPr/>
                    <a:lstStyle/>
                    <a:p>
                      <a:r>
                        <a:rPr lang="en-GB" sz="1800" dirty="0"/>
                        <a:t>13:30-15:00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Football (Round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Main Field</a:t>
                      </a:r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7 matches</a:t>
                      </a:r>
                      <a:endParaRPr lang="en-GB" dirty="0"/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266943"/>
                  </a:ext>
                </a:extLst>
              </a:tr>
              <a:tr h="326484">
                <a:tc>
                  <a:txBody>
                    <a:bodyPr/>
                    <a:lstStyle/>
                    <a:p>
                      <a:r>
                        <a:rPr lang="en-GB" sz="1800" dirty="0"/>
                        <a:t>15:00-16:00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Relay &amp; Darts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Track &amp; Hall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All participants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714298"/>
                  </a:ext>
                </a:extLst>
              </a:tr>
              <a:tr h="571347">
                <a:tc>
                  <a:txBody>
                    <a:bodyPr/>
                    <a:lstStyle/>
                    <a:p>
                      <a:r>
                        <a:rPr lang="en-GB" sz="1800" dirty="0"/>
                        <a:t>16:00-16:30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AWARDS &amp; 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1699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F757071-0D78-0EDA-6C7C-1E3C8529F062}"/>
              </a:ext>
            </a:extLst>
          </p:cNvPr>
          <p:cNvSpPr txBox="1"/>
          <p:nvPr/>
        </p:nvSpPr>
        <p:spPr>
          <a:xfrm>
            <a:off x="752354" y="5497975"/>
            <a:ext cx="5960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RESOURCE REQUIREMENTS: </a:t>
            </a:r>
          </a:p>
          <a:p>
            <a:r>
              <a:rPr lang="en-ZA" dirty="0"/>
              <a:t>• 2 referees per team sport </a:t>
            </a:r>
          </a:p>
          <a:p>
            <a:r>
              <a:rPr lang="en-ZA" dirty="0"/>
              <a:t>• First aid station at each venue </a:t>
            </a:r>
          </a:p>
          <a:p>
            <a:r>
              <a:rPr lang="en-ZA" dirty="0"/>
              <a:t>• Water stations at all locations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2458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15148-F923-2C7B-C77A-30CCEFE9E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NEXT STEPS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F561C-A301-F7C2-CAEF-B27297E3E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ZA" sz="1600" dirty="0"/>
              <a:t>1. </a:t>
            </a:r>
            <a:r>
              <a:rPr lang="en-ZA" sz="1600" b="1" dirty="0"/>
              <a:t>APPROVAL REQUIRED: </a:t>
            </a:r>
            <a:r>
              <a:rPr lang="en-ZA" sz="1600" dirty="0"/>
              <a:t>Final sports list &amp; schedule </a:t>
            </a:r>
          </a:p>
          <a:p>
            <a:pPr marL="0" indent="0">
              <a:buNone/>
            </a:pPr>
            <a:r>
              <a:rPr lang="en-ZA" sz="1600" dirty="0"/>
              <a:t>2. </a:t>
            </a:r>
            <a:r>
              <a:rPr lang="en-ZA" sz="1600" b="1" dirty="0"/>
              <a:t>Budget Allocation: </a:t>
            </a:r>
            <a:r>
              <a:rPr lang="en-ZA" sz="1600" dirty="0"/>
              <a:t>Based on 5 approved sports </a:t>
            </a:r>
          </a:p>
          <a:p>
            <a:pPr marL="0" indent="0">
              <a:buNone/>
            </a:pPr>
            <a:r>
              <a:rPr lang="en-ZA" sz="1600" dirty="0"/>
              <a:t>3. </a:t>
            </a:r>
            <a:r>
              <a:rPr lang="en-ZA" sz="1600" b="1" dirty="0"/>
              <a:t>Team Captains: </a:t>
            </a:r>
            <a:r>
              <a:rPr lang="en-ZA" sz="1600" dirty="0"/>
              <a:t>Nominate from department leads </a:t>
            </a:r>
          </a:p>
          <a:p>
            <a:pPr marL="0" indent="0">
              <a:buNone/>
            </a:pPr>
            <a:r>
              <a:rPr lang="en-ZA" sz="1600" dirty="0"/>
              <a:t>4. </a:t>
            </a:r>
            <a:r>
              <a:rPr lang="en-ZA" sz="1600" b="1" dirty="0"/>
              <a:t>Communication: </a:t>
            </a:r>
            <a:r>
              <a:rPr lang="en-ZA" sz="1600" dirty="0"/>
              <a:t>All-staff announcement (2 weeks prior) </a:t>
            </a:r>
          </a:p>
          <a:p>
            <a:pPr marL="0" indent="0">
              <a:buNone/>
            </a:pPr>
            <a:r>
              <a:rPr lang="en-ZA" sz="1600" dirty="0"/>
              <a:t>5. </a:t>
            </a:r>
            <a:r>
              <a:rPr lang="en-ZA" sz="1600" b="1" dirty="0"/>
              <a:t>Logistics: </a:t>
            </a:r>
            <a:r>
              <a:rPr lang="en-ZA" sz="1600" dirty="0"/>
              <a:t>Facility booking &amp; equipment procurement </a:t>
            </a:r>
          </a:p>
          <a:p>
            <a:pPr marL="0" indent="0">
              <a:buNone/>
            </a:pPr>
            <a:endParaRPr lang="en-ZA" sz="1600" dirty="0"/>
          </a:p>
          <a:p>
            <a:pPr marL="0" indent="0">
              <a:buNone/>
            </a:pPr>
            <a:r>
              <a:rPr lang="en-ZA" sz="1600" dirty="0"/>
              <a:t>APPROVAL: </a:t>
            </a:r>
          </a:p>
          <a:p>
            <a:pPr marL="0" indent="0">
              <a:buNone/>
            </a:pPr>
            <a:r>
              <a:rPr lang="en-ZA" sz="1600" dirty="0"/>
              <a:t>[ ] HR Director: _______________ </a:t>
            </a:r>
          </a:p>
          <a:p>
            <a:pPr marL="0" indent="0">
              <a:buNone/>
            </a:pPr>
            <a:r>
              <a:rPr lang="en-ZA" sz="1600" dirty="0"/>
              <a:t>[ ] Site Manager: _______________ </a:t>
            </a:r>
          </a:p>
          <a:p>
            <a:pPr marL="0" indent="0">
              <a:buNone/>
            </a:pPr>
            <a:r>
              <a:rPr lang="en-ZA" sz="1600" dirty="0"/>
              <a:t>[ ] Events Lead: ________________ </a:t>
            </a:r>
          </a:p>
          <a:p>
            <a:endParaRPr lang="en-ZA" sz="1600" dirty="0"/>
          </a:p>
          <a:p>
            <a:pPr marL="0" indent="0">
              <a:buNone/>
            </a:pPr>
            <a:r>
              <a:rPr lang="en-ZA" sz="1600" dirty="0"/>
              <a:t>Timeline: 4 weeks to event day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823075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</TotalTime>
  <Words>332</Words>
  <Application>Microsoft Macintosh PowerPoint</Application>
  <PresentationFormat>Widescreen</PresentationFormat>
  <Paragraphs>80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DATA-DRIVEN SPORTS DAY PLANNING 2024 Unilever Manufacturing Site Sports Day  Prepared by: Noma Ngwane  Date: August 2024</vt:lpstr>
      <vt:lpstr>KEY FINDINGS &amp; RECOMMENDATIONS</vt:lpstr>
      <vt:lpstr>SURVEY ANALYSIS: PARTICIPATION BREAKDOWN</vt:lpstr>
      <vt:lpstr>DECISION MODEL: SPORT VIABILITY CHECK</vt:lpstr>
      <vt:lpstr>RECOMMENDED EVENT TIMELINE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SPORTS DAY PLANNING 2024 Unilever Manufacturing Site Sports Day  Prepared by: Noma Ngwane  Date: August 2024</dc:title>
  <dc:creator>Noma Ngwane</dc:creator>
  <cp:lastModifiedBy>Noma Ngwane</cp:lastModifiedBy>
  <cp:revision>1</cp:revision>
  <dcterms:created xsi:type="dcterms:W3CDTF">2026-01-30T17:48:13Z</dcterms:created>
  <dcterms:modified xsi:type="dcterms:W3CDTF">2026-01-30T18:19:47Z</dcterms:modified>
</cp:coreProperties>
</file>